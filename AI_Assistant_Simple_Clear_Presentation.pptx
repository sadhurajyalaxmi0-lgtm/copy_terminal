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52"/>
                </a:solidFill>
                <a:latin typeface="Aptos"/>
              </a:rPr>
              <a:t>1. Problem &amp;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F3052"/>
                </a:solidFill>
                <a:latin typeface="Aptos"/>
              </a:rPr>
              <a:t>AI Personal &amp; General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E737D"/>
                </a:solidFill>
                <a:latin typeface="Aptos"/>
              </a:rPr>
              <a:t>Domain: Conversational AI / Personal Productivity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257800" cy="21488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963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79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AI assistants can confuse personal, private-person, public and general questions, repeat questions, or use the wrong information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31720"/>
            <a:ext cx="5257800" cy="214884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963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Target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926079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• Individual users
• Students and employees
• Organizations
• Customer-support applications
• Multi-user AI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F3052"/>
                </a:solidFill>
                <a:latin typeface="Aptos"/>
              </a:rPr>
              <a:t>Goal: give relevant answers while keeping each user's personal information separate.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52"/>
                </a:solidFill>
                <a:latin typeface="Aptos"/>
              </a:rPr>
              <a:t>2.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23741"/>
                </a:solidFill>
                <a:latin typeface="Aptos"/>
              </a:rPr>
              <a:t>The system identifies the question type and chooses the correct information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7830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93392"/>
            <a:ext cx="1636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052"/>
                </a:solidFill>
                <a:latin typeface="Aptos"/>
              </a:rPr>
              <a:t>User
Question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2304288"/>
            <a:ext cx="457200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1828800"/>
            <a:ext cx="17830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993392"/>
            <a:ext cx="1636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052"/>
                </a:solidFill>
                <a:latin typeface="Aptos"/>
              </a:rPr>
              <a:t>Intent
Detection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04288"/>
            <a:ext cx="457200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1828800"/>
            <a:ext cx="17830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993392"/>
            <a:ext cx="1636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052"/>
                </a:solidFill>
                <a:latin typeface="Aptos"/>
              </a:rPr>
              <a:t>Correct
Source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304288"/>
            <a:ext cx="457200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60" y="1828800"/>
            <a:ext cx="17830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993392"/>
            <a:ext cx="1636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052"/>
                </a:solidFill>
                <a:latin typeface="Aptos"/>
              </a:rPr>
              <a:t>LLM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35440" y="2304288"/>
            <a:ext cx="457200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38360" y="1828800"/>
            <a:ext cx="1783080" cy="96012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1993392"/>
            <a:ext cx="1636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052"/>
                </a:solidFill>
                <a:latin typeface="Aptos"/>
              </a:rPr>
              <a:t>JSON
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3832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021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Personal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Memory + personal_info.json + personal data tool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337560"/>
            <a:ext cx="33832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5021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Private Person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Stored information; otherwise ask for additional information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337560"/>
            <a:ext cx="33832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35021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Public / General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LLM knowledge, web search or general data 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3052"/>
                </a:solidFill>
                <a:latin typeface="Aptos"/>
              </a:rPr>
              <a:t>Key capabilities: Personalization • Memory • Context understanding • Comparisons • Summarization • Data isolation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52"/>
                </a:solidFill>
                <a:latin typeface="Aptos"/>
              </a:rPr>
              <a:t>3. Demo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052"/>
                </a:solidFill>
                <a:latin typeface="Aptos"/>
              </a:rPr>
              <a:t>Simple request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600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6537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052"/>
                </a:solidFill>
                <a:latin typeface="Aptos"/>
              </a:rPr>
              <a:t>User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103120"/>
            <a:ext cx="594359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1691640"/>
            <a:ext cx="1600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86537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052"/>
                </a:solidFill>
                <a:latin typeface="Aptos"/>
              </a:rPr>
              <a:t>Intent
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103120"/>
            <a:ext cx="594360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0" y="1691640"/>
            <a:ext cx="1600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86537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052"/>
                </a:solidFill>
                <a:latin typeface="Aptos"/>
              </a:rPr>
              <a:t>Memory /
Tools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9400" y="2103120"/>
            <a:ext cx="594360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1691640"/>
            <a:ext cx="1600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86537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052"/>
                </a:solidFill>
                <a:latin typeface="Aptos"/>
              </a:rPr>
              <a:t>LLM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3960" y="2103120"/>
            <a:ext cx="594360" cy="0"/>
          </a:xfrm>
          <a:prstGeom prst="line">
            <a:avLst/>
          </a:prstGeom>
          <a:ln w="25400">
            <a:solidFill>
              <a:srgbClr val="467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1691640"/>
            <a:ext cx="16002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46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86537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052"/>
                </a:solidFill>
                <a:latin typeface="Aptos"/>
              </a:rPr>
              <a:t>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40"/>
            <a:ext cx="51663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278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Demo 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57600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“What is my name?”
“What are my skills?”
“Where is Google's headquarters?”
“What is Python?”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63240"/>
            <a:ext cx="5166360" cy="205740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278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Important 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57600"/>
            <a:ext cx="4800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Session memory
Personal information storage
Personal/general data tools
Web search
Conversation summarization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E737D"/>
                </a:solidFill>
                <a:latin typeface="Aptos"/>
              </a:rPr>
              <a:t>Demo screen: show chatbot UI + one sample question + JSON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6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052"/>
                </a:solidFill>
                <a:latin typeface="Aptos"/>
              </a:rPr>
              <a:t>4. Technology &amp;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22402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Python
FastAPI / API layer
LLM
Session &amp; personal memory
Web search
JSON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234440"/>
            <a:ext cx="3429000" cy="22402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Expected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Better personalization
Less repetition
Correct source selection
Better context handling
User-specific data isolation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3" y="1234440"/>
            <a:ext cx="3429000" cy="2240280"/>
          </a:xfrm>
          <a:prstGeom prst="roundRect">
            <a:avLst/>
          </a:prstGeom>
          <a:solidFill>
            <a:srgbClr val="F5F7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3" y="13990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678BE"/>
                </a:solidFill>
                <a:latin typeface="Aptos"/>
              </a:rPr>
              <a:t>Future Enhancements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3" y="182880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741"/>
                </a:solidFill>
                <a:latin typeface="Aptos"/>
              </a:rPr>
              <a:t>Semantic intent classification
Vector long-term memory
Multi-user threads
Authentication
Rate/token/tool limits
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F3052"/>
                </a:solidFill>
                <a:latin typeface="Apto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323741"/>
                </a:solidFill>
                <a:latin typeface="Aptos"/>
              </a:rPr>
              <a:t>A context-aware AI assistant that provides relevant, structured and user-specific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